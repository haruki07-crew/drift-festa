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e28d9a44-c3d9-bb54-e67f-59f25b803e24}">
          <p14:sldIdLst>
            <p14:sldId id="256"/>
            <p14:sldId id="257"/>
          </p14:sldIdLst>
        </p14:section>
        <p14:section name="操作" id="{ea10bbee-5137-d266-7250-2ad0a540d06e}">
          <p14:sldIdLst>
            <p14:sldId id="258"/>
            <p14:sldId id="259"/>
          </p14:sldIdLst>
        </p14:section>
        <p14:section name="はじめかた" id="{671c6448-405d-f181-7193-df099853943c}">
          <p14:sldIdLst>
            <p14:sldId id="260"/>
            <p14:sldId id="261"/>
          </p14:sldIdLst>
        </p14:section>
        <p14:section name="コツ" id="{972bd113-9294-e6a5-e97d-3bcd7bf67886}">
          <p14:sldIdLst>
            <p14:sldId id="262"/>
            <p14:sldId id="263"/>
          </p14:sldIdLst>
        </p14:section>
        <p14:section name="おわりに" id="{4a6ecfaf-f77e-6699-7b9b-4ff0ae4a701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来場者向けの表紙。ゲームの待ち時間に流しておくスライドです。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RACE は銃もアイテムもない純粋なレース。BATTLE DUEL は CPU と1対1で、マウスも使います。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A/F/E/W は小さい子でも指を置きやすいように決めた配置です (WASD ではありません)。文化祭モードでは毎回この配置に戻ります。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 を押すとゲーム全体が止まります (2人とも止まる)。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迷ったら Enter を押し続けるだけで始められます (前回の選択が残ります)。車ごとに長所と短所があります。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コースごとにギミック (ジャンプ・動く障害物・すべる路面など) があります。ギミックは予告 (ランプの点滅や影) が出てから動きます。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は車の性能アップやワープなどのズルをしません。運転の正確さだけで強さが変わります。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ゲーム画面をクリックするとマウスが画面内に固定されます。Esc で解除 (ポーズ)。4 キーで選択中のアイテムを捨てられます。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スタッフ向け: ゲームが止まったら Esc → タイトルへ。それでも直らなければブラウザを再読み込み (F5)。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2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TOKYO MIDNIGHT EXPRESS を走るゲーム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over 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78000"/>
            </a:schemeClr>
          </a:solidFill>
          <a:ln/>
        </p:spPr>
      </p:sp>
      <p:sp>
        <p:nvSpPr>
          <p:cNvPr id="4" name="cover title"/>
          <p:cNvSpPr txBox="1"/>
          <p:nvPr/>
        </p:nvSpPr>
        <p:spPr>
          <a:xfrm>
            <a:off x="548640" y="15544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DRIFT FESTA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548640" y="2880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あそびかたガイド</a:t>
            </a:r>
            <a:endParaRPr lang="en-US" sz="4000" dirty="0"/>
          </a:p>
        </p:txBody>
      </p:sp>
      <p:sp>
        <p:nvSpPr>
          <p:cNvPr id="6" name="cover chip"/>
          <p:cNvSpPr/>
          <p:nvPr/>
        </p:nvSpPr>
        <p:spPr>
          <a:xfrm>
            <a:off x="548640" y="4069080"/>
            <a:ext cx="6766560" cy="6858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7" name="cover tagline"/>
          <p:cNvSpPr txBox="1"/>
          <p:nvPr/>
        </p:nvSpPr>
        <p:spPr>
          <a:xfrm>
            <a:off x="822960" y="4069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3D カーレース ・ 1〜2人で遊べる ・ CPU と最大8台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2つのモードで遊べるよ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はじめての人は PURE RACE がおすすめ</a:t>
            </a:r>
            <a:endParaRPr lang="en-US" sz="1800" dirty="0"/>
          </a:p>
        </p:txBody>
      </p:sp>
      <p:sp>
        <p:nvSpPr>
          <p:cNvPr id="4" name="PURE RACE card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5" name="PURE RACE の画面 frame"/>
          <p:cNvSpPr/>
          <p:nvPr/>
        </p:nvSpPr>
        <p:spPr>
          <a:xfrm>
            <a:off x="768096" y="1956816"/>
            <a:ext cx="4956048" cy="2835783"/>
          </a:xfrm>
          <a:prstGeom prst="roundRect">
            <a:avLst>
              <a:gd name="adj" fmla="val 386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PURE RACE の画面" descr="PURE RACE 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846320" cy="2726055"/>
          </a:xfrm>
          <a:prstGeom prst="rect">
            <a:avLst/>
          </a:prstGeom>
        </p:spPr>
      </p:pic>
      <p:sp>
        <p:nvSpPr>
          <p:cNvPr id="7" name="PURE RACE label"/>
          <p:cNvSpPr/>
          <p:nvPr/>
        </p:nvSpPr>
        <p:spPr>
          <a:xfrm>
            <a:off x="822960" y="4983480"/>
            <a:ext cx="2377440" cy="4572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PURE RACE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1〜2人 + CPU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532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運転のうでだけで勝負！ CPU と最大8台で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3周するか、ゴールまで走りきろう</a:t>
            </a:r>
            <a:endParaRPr lang="en-US" sz="1600" dirty="0"/>
          </a:p>
        </p:txBody>
      </p:sp>
      <p:sp>
        <p:nvSpPr>
          <p:cNvPr id="11" name="BATTLE DUEL card"/>
          <p:cNvSpPr/>
          <p:nvPr/>
        </p:nvSpPr>
        <p:spPr>
          <a:xfrm>
            <a:off x="6245352" y="1737360"/>
            <a:ext cx="5394960" cy="45720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12" name="BATTLE DUEL の画面 frame"/>
          <p:cNvSpPr/>
          <p:nvPr/>
        </p:nvSpPr>
        <p:spPr>
          <a:xfrm>
            <a:off x="6464808" y="1956816"/>
            <a:ext cx="4956048" cy="2835783"/>
          </a:xfrm>
          <a:prstGeom prst="roundRect">
            <a:avLst>
              <a:gd name="adj" fmla="val 386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BATTLE DUEL の画面" descr="BATTLE DUEL の画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011680"/>
            <a:ext cx="4846320" cy="2726055"/>
          </a:xfrm>
          <a:prstGeom prst="rect">
            <a:avLst/>
          </a:prstGeom>
        </p:spPr>
      </p:pic>
      <p:sp>
        <p:nvSpPr>
          <p:cNvPr id="14" name="BATTLE DUEL label"/>
          <p:cNvSpPr/>
          <p:nvPr/>
        </p:nvSpPr>
        <p:spPr>
          <a:xfrm>
            <a:off x="6519672" y="4983480"/>
            <a:ext cx="2377440" cy="457200"/>
          </a:xfrm>
          <a:prstGeom prst="roundRect">
            <a:avLst>
              <a:gd name="adj" fmla="val 30000"/>
            </a:avLst>
          </a:prstGeom>
          <a:solidFill>
            <a:schemeClr val="accent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519672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BATTLE DUEL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9079992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1人 vs CPU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5532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銃とアイテムで相手をじゃましながら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レース！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運転のしかた (1人プレイ)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左手だけで運転できるよ</a:t>
            </a:r>
            <a:endParaRPr lang="en-US" sz="1800" dirty="0"/>
          </a:p>
        </p:txBody>
      </p:sp>
      <p:sp>
        <p:nvSpPr>
          <p:cNvPr id="4" name="key Q"/>
          <p:cNvSpPr/>
          <p:nvPr/>
        </p:nvSpPr>
        <p:spPr>
          <a:xfrm>
            <a:off x="640080" y="1783080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4A4466"/>
            </a:solidFill>
            <a:prstDash val="solid"/>
          </a:ln>
        </p:spPr>
      </p:sp>
      <p:sp>
        <p:nvSpPr>
          <p:cNvPr id="5" name="key Q text"/>
          <p:cNvSpPr txBox="1"/>
          <p:nvPr/>
        </p:nvSpPr>
        <p:spPr>
          <a:xfrm>
            <a:off x="640080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68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3000" dirty="0"/>
          </a:p>
        </p:txBody>
      </p:sp>
      <p:sp>
        <p:nvSpPr>
          <p:cNvPr id="6" name="key W"/>
          <p:cNvSpPr/>
          <p:nvPr/>
        </p:nvSpPr>
        <p:spPr>
          <a:xfrm>
            <a:off x="1901952" y="1783080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7" name="key W text"/>
          <p:cNvSpPr txBox="1"/>
          <p:nvPr/>
        </p:nvSpPr>
        <p:spPr>
          <a:xfrm>
            <a:off x="1901952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</a:t>
            </a:r>
            <a:endParaRPr lang="en-US" sz="3000" dirty="0"/>
          </a:p>
        </p:txBody>
      </p:sp>
      <p:sp>
        <p:nvSpPr>
          <p:cNvPr id="8" name="key E"/>
          <p:cNvSpPr/>
          <p:nvPr/>
        </p:nvSpPr>
        <p:spPr>
          <a:xfrm>
            <a:off x="3163824" y="1783080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9" name="key E text"/>
          <p:cNvSpPr txBox="1"/>
          <p:nvPr/>
        </p:nvSpPr>
        <p:spPr>
          <a:xfrm>
            <a:off x="3163824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右</a:t>
            </a:r>
            <a:endParaRPr lang="en-US" sz="3000" dirty="0"/>
          </a:p>
        </p:txBody>
      </p:sp>
      <p:sp>
        <p:nvSpPr>
          <p:cNvPr id="10" name="key R"/>
          <p:cNvSpPr/>
          <p:nvPr/>
        </p:nvSpPr>
        <p:spPr>
          <a:xfrm>
            <a:off x="4425696" y="1783080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4A4466"/>
            </a:solidFill>
            <a:prstDash val="solid"/>
          </a:ln>
        </p:spPr>
      </p:sp>
      <p:sp>
        <p:nvSpPr>
          <p:cNvPr id="11" name="key R text"/>
          <p:cNvSpPr txBox="1"/>
          <p:nvPr/>
        </p:nvSpPr>
        <p:spPr>
          <a:xfrm>
            <a:off x="4425696" y="17830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68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</a:t>
            </a:r>
            <a:endParaRPr lang="en-US" sz="3000" dirty="0"/>
          </a:p>
        </p:txBody>
      </p:sp>
      <p:sp>
        <p:nvSpPr>
          <p:cNvPr id="12" name="key A"/>
          <p:cNvSpPr/>
          <p:nvPr/>
        </p:nvSpPr>
        <p:spPr>
          <a:xfrm>
            <a:off x="987552" y="3044952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3" name="key A text"/>
          <p:cNvSpPr txBox="1"/>
          <p:nvPr/>
        </p:nvSpPr>
        <p:spPr>
          <a:xfrm>
            <a:off x="987552" y="304495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前進</a:t>
            </a:r>
            <a:endParaRPr lang="en-US" sz="3000" dirty="0"/>
          </a:p>
        </p:txBody>
      </p:sp>
      <p:sp>
        <p:nvSpPr>
          <p:cNvPr id="14" name="key S"/>
          <p:cNvSpPr/>
          <p:nvPr/>
        </p:nvSpPr>
        <p:spPr>
          <a:xfrm>
            <a:off x="2249424" y="3044952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4A4466"/>
            </a:solidFill>
            <a:prstDash val="solid"/>
          </a:ln>
        </p:spPr>
      </p:sp>
      <p:sp>
        <p:nvSpPr>
          <p:cNvPr id="15" name="key S text"/>
          <p:cNvSpPr txBox="1"/>
          <p:nvPr/>
        </p:nvSpPr>
        <p:spPr>
          <a:xfrm>
            <a:off x="2249424" y="304495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68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</a:t>
            </a:r>
            <a:endParaRPr lang="en-US" sz="3000" dirty="0"/>
          </a:p>
        </p:txBody>
      </p:sp>
      <p:sp>
        <p:nvSpPr>
          <p:cNvPr id="16" name="key D"/>
          <p:cNvSpPr/>
          <p:nvPr/>
        </p:nvSpPr>
        <p:spPr>
          <a:xfrm>
            <a:off x="3511296" y="3044952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rgbClr val="4A4466"/>
            </a:solidFill>
            <a:prstDash val="solid"/>
          </a:ln>
        </p:spPr>
      </p:sp>
      <p:sp>
        <p:nvSpPr>
          <p:cNvPr id="17" name="key D text"/>
          <p:cNvSpPr txBox="1"/>
          <p:nvPr/>
        </p:nvSpPr>
        <p:spPr>
          <a:xfrm>
            <a:off x="3511296" y="304495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68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</a:t>
            </a:r>
            <a:endParaRPr lang="en-US" sz="3000" dirty="0"/>
          </a:p>
        </p:txBody>
      </p:sp>
      <p:sp>
        <p:nvSpPr>
          <p:cNvPr id="18" name="key F"/>
          <p:cNvSpPr/>
          <p:nvPr/>
        </p:nvSpPr>
        <p:spPr>
          <a:xfrm>
            <a:off x="4773168" y="3044952"/>
            <a:ext cx="1143000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9" name="key F text"/>
          <p:cNvSpPr txBox="1"/>
          <p:nvPr/>
        </p:nvSpPr>
        <p:spPr>
          <a:xfrm>
            <a:off x="4773168" y="304495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ブレーキ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後退</a:t>
            </a:r>
            <a:endParaRPr lang="en-US" sz="3000" dirty="0"/>
          </a:p>
        </p:txBody>
      </p:sp>
      <p:sp>
        <p:nvSpPr>
          <p:cNvPr id="20" name="key Space"/>
          <p:cNvSpPr/>
          <p:nvPr/>
        </p:nvSpPr>
        <p:spPr>
          <a:xfrm>
            <a:off x="1828800" y="4306824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1" name="key Space text"/>
          <p:cNvSpPr txBox="1"/>
          <p:nvPr/>
        </p:nvSpPr>
        <p:spPr>
          <a:xfrm>
            <a:off x="1828800" y="430682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Space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ドリフト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小指 A ・ 薬指 W ・ 中指 E ・ 人差し指 F ・ 親指 Space</a:t>
            </a:r>
            <a:endParaRPr lang="en-US" sz="1500" dirty="0"/>
          </a:p>
        </p:txBody>
      </p:sp>
      <p:sp>
        <p:nvSpPr>
          <p:cNvPr id="23" name="レース中の画面 frame"/>
          <p:cNvSpPr/>
          <p:nvPr/>
        </p:nvSpPr>
        <p:spPr>
          <a:xfrm>
            <a:off x="6757416" y="1728216"/>
            <a:ext cx="4940503" cy="2827039"/>
          </a:xfrm>
          <a:prstGeom prst="roundRect">
            <a:avLst>
              <a:gd name="adj" fmla="val 388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4" name="レース中の画面" descr="レース中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783080"/>
            <a:ext cx="4830775" cy="2717311"/>
          </a:xfrm>
          <a:prstGeom prst="rect">
            <a:avLst/>
          </a:prstGeom>
        </p:spPr>
      </p:pic>
      <p:sp>
        <p:nvSpPr>
          <p:cNvPr id="25" name="key A"/>
          <p:cNvSpPr/>
          <p:nvPr/>
        </p:nvSpPr>
        <p:spPr>
          <a:xfrm>
            <a:off x="6812280" y="4709160"/>
            <a:ext cx="914400" cy="41148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6" name="key A text"/>
          <p:cNvSpPr txBox="1"/>
          <p:nvPr/>
        </p:nvSpPr>
        <p:spPr>
          <a:xfrm>
            <a:off x="681228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4709160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押している間アクセル</a:t>
            </a:r>
            <a:endParaRPr lang="en-US" sz="1600" dirty="0"/>
          </a:p>
        </p:txBody>
      </p:sp>
      <p:sp>
        <p:nvSpPr>
          <p:cNvPr id="28" name="key F"/>
          <p:cNvSpPr/>
          <p:nvPr/>
        </p:nvSpPr>
        <p:spPr>
          <a:xfrm>
            <a:off x="6812280" y="5257800"/>
            <a:ext cx="91440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9" name="key F text"/>
          <p:cNvSpPr txBox="1"/>
          <p:nvPr/>
        </p:nvSpPr>
        <p:spPr>
          <a:xfrm>
            <a:off x="6812280" y="5257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909560" y="5257800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ブレーキ。押し続けるとバック</a:t>
            </a:r>
            <a:endParaRPr lang="en-US" sz="1600" dirty="0"/>
          </a:p>
        </p:txBody>
      </p:sp>
      <p:sp>
        <p:nvSpPr>
          <p:cNvPr id="31" name="key Space"/>
          <p:cNvSpPr/>
          <p:nvPr/>
        </p:nvSpPr>
        <p:spPr>
          <a:xfrm>
            <a:off x="6812280" y="5806440"/>
            <a:ext cx="914400" cy="41148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32" name="key Space text"/>
          <p:cNvSpPr txBox="1"/>
          <p:nvPr/>
        </p:nvSpPr>
        <p:spPr>
          <a:xfrm>
            <a:off x="6812280" y="5806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Space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909560" y="5806440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押しながら曲がるとドリフト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2人で対戦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画面が左右に分かれるよ。左が P1、右が P2</a:t>
            </a:r>
            <a:endParaRPr lang="en-US" sz="1800" dirty="0"/>
          </a:p>
        </p:txBody>
      </p:sp>
      <p:sp>
        <p:nvSpPr>
          <p:cNvPr id="4" name="2人プレイの画面 frame"/>
          <p:cNvSpPr/>
          <p:nvPr/>
        </p:nvSpPr>
        <p:spPr>
          <a:xfrm>
            <a:off x="493776" y="1728216"/>
            <a:ext cx="6510528" cy="3710178"/>
          </a:xfrm>
          <a:prstGeom prst="roundRect">
            <a:avLst>
              <a:gd name="adj" fmla="val 295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2人プレイの画面" descr="2人プレイ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0" cy="3600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1213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同じキーボードで2人いっしょに遊べる</a:t>
            </a:r>
            <a:endParaRPr lang="en-US" sz="1600" dirty="0"/>
          </a:p>
        </p:txBody>
      </p:sp>
      <p:sp>
        <p:nvSpPr>
          <p:cNvPr id="7" name="P1 panel"/>
          <p:cNvSpPr/>
          <p:nvPr/>
        </p:nvSpPr>
        <p:spPr>
          <a:xfrm>
            <a:off x="7360920" y="1783080"/>
            <a:ext cx="4282135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/>
        </p:spPr>
      </p:sp>
      <p:sp>
        <p:nvSpPr>
          <p:cNvPr id="8" name="P1 badge"/>
          <p:cNvSpPr/>
          <p:nvPr/>
        </p:nvSpPr>
        <p:spPr>
          <a:xfrm>
            <a:off x="7589520" y="1965960"/>
            <a:ext cx="731520" cy="41148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0" y="19659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左画面</a:t>
            </a:r>
            <a:endParaRPr lang="en-US" sz="1800" dirty="0"/>
          </a:p>
        </p:txBody>
      </p:sp>
      <p:sp>
        <p:nvSpPr>
          <p:cNvPr id="11" name="key W"/>
          <p:cNvSpPr/>
          <p:nvPr/>
        </p:nvSpPr>
        <p:spPr>
          <a:xfrm>
            <a:off x="7589520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2" name="key W text"/>
          <p:cNvSpPr txBox="1"/>
          <p:nvPr/>
        </p:nvSpPr>
        <p:spPr>
          <a:xfrm>
            <a:off x="758952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</a:t>
            </a:r>
            <a:endParaRPr lang="en-US" sz="2000" dirty="0"/>
          </a:p>
        </p:txBody>
      </p:sp>
      <p:sp>
        <p:nvSpPr>
          <p:cNvPr id="13" name="key E"/>
          <p:cNvSpPr/>
          <p:nvPr/>
        </p:nvSpPr>
        <p:spPr>
          <a:xfrm>
            <a:off x="8605418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4" name="key E text"/>
          <p:cNvSpPr txBox="1"/>
          <p:nvPr/>
        </p:nvSpPr>
        <p:spPr>
          <a:xfrm>
            <a:off x="8605418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右</a:t>
            </a:r>
            <a:endParaRPr lang="en-US" sz="2000" dirty="0"/>
          </a:p>
        </p:txBody>
      </p:sp>
      <p:sp>
        <p:nvSpPr>
          <p:cNvPr id="15" name="key A"/>
          <p:cNvSpPr/>
          <p:nvPr/>
        </p:nvSpPr>
        <p:spPr>
          <a:xfrm>
            <a:off x="9621317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6" name="key A text"/>
          <p:cNvSpPr txBox="1"/>
          <p:nvPr/>
        </p:nvSpPr>
        <p:spPr>
          <a:xfrm>
            <a:off x="9621317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前進</a:t>
            </a:r>
            <a:endParaRPr lang="en-US" sz="2000" dirty="0"/>
          </a:p>
        </p:txBody>
      </p:sp>
      <p:sp>
        <p:nvSpPr>
          <p:cNvPr id="17" name="key F"/>
          <p:cNvSpPr/>
          <p:nvPr/>
        </p:nvSpPr>
        <p:spPr>
          <a:xfrm>
            <a:off x="10637215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8" name="key F text"/>
          <p:cNvSpPr txBox="1"/>
          <p:nvPr/>
        </p:nvSpPr>
        <p:spPr>
          <a:xfrm>
            <a:off x="10637215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後退</a:t>
            </a:r>
            <a:endParaRPr lang="en-US" sz="2000" dirty="0"/>
          </a:p>
        </p:txBody>
      </p:sp>
      <p:sp>
        <p:nvSpPr>
          <p:cNvPr id="19" name="key Space  ドリフト"/>
          <p:cNvSpPr/>
          <p:nvPr/>
        </p:nvSpPr>
        <p:spPr>
          <a:xfrm>
            <a:off x="7589520" y="3429000"/>
            <a:ext cx="3824935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0" name="key Space  ドリフト text"/>
          <p:cNvSpPr txBox="1"/>
          <p:nvPr/>
        </p:nvSpPr>
        <p:spPr>
          <a:xfrm>
            <a:off x="7589520" y="3429000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Space  ドリフト</a:t>
            </a:r>
            <a:endParaRPr lang="en-US" sz="1500" dirty="0"/>
          </a:p>
        </p:txBody>
      </p:sp>
      <p:sp>
        <p:nvSpPr>
          <p:cNvPr id="21" name="P2 panel"/>
          <p:cNvSpPr/>
          <p:nvPr/>
        </p:nvSpPr>
        <p:spPr>
          <a:xfrm>
            <a:off x="7360920" y="4114800"/>
            <a:ext cx="4282135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/>
        </p:spPr>
      </p:sp>
      <p:sp>
        <p:nvSpPr>
          <p:cNvPr id="22" name="P2 badge"/>
          <p:cNvSpPr/>
          <p:nvPr/>
        </p:nvSpPr>
        <p:spPr>
          <a:xfrm>
            <a:off x="7589520" y="4297680"/>
            <a:ext cx="731520" cy="41148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589520" y="4297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P2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右画面</a:t>
            </a:r>
            <a:endParaRPr lang="en-US" sz="1800" dirty="0"/>
          </a:p>
        </p:txBody>
      </p:sp>
      <p:sp>
        <p:nvSpPr>
          <p:cNvPr id="25" name="key ←"/>
          <p:cNvSpPr/>
          <p:nvPr/>
        </p:nvSpPr>
        <p:spPr>
          <a:xfrm>
            <a:off x="7589520" y="489204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6" name="key ← text"/>
          <p:cNvSpPr txBox="1"/>
          <p:nvPr/>
        </p:nvSpPr>
        <p:spPr>
          <a:xfrm>
            <a:off x="7589520" y="4892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←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</a:t>
            </a:r>
            <a:endParaRPr lang="en-US" sz="2000" dirty="0"/>
          </a:p>
        </p:txBody>
      </p:sp>
      <p:sp>
        <p:nvSpPr>
          <p:cNvPr id="27" name="key →"/>
          <p:cNvSpPr/>
          <p:nvPr/>
        </p:nvSpPr>
        <p:spPr>
          <a:xfrm>
            <a:off x="8605418" y="489204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8" name="key → text"/>
          <p:cNvSpPr txBox="1"/>
          <p:nvPr/>
        </p:nvSpPr>
        <p:spPr>
          <a:xfrm>
            <a:off x="8605418" y="4892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右</a:t>
            </a:r>
            <a:endParaRPr lang="en-US" sz="2000" dirty="0"/>
          </a:p>
        </p:txBody>
      </p:sp>
      <p:sp>
        <p:nvSpPr>
          <p:cNvPr id="29" name="key ↑"/>
          <p:cNvSpPr/>
          <p:nvPr/>
        </p:nvSpPr>
        <p:spPr>
          <a:xfrm>
            <a:off x="9621317" y="489204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30" name="key ↑ text"/>
          <p:cNvSpPr txBox="1"/>
          <p:nvPr/>
        </p:nvSpPr>
        <p:spPr>
          <a:xfrm>
            <a:off x="9621317" y="4892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↑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前進</a:t>
            </a:r>
            <a:endParaRPr lang="en-US" sz="2000" dirty="0"/>
          </a:p>
        </p:txBody>
      </p:sp>
      <p:sp>
        <p:nvSpPr>
          <p:cNvPr id="31" name="key ↓"/>
          <p:cNvSpPr/>
          <p:nvPr/>
        </p:nvSpPr>
        <p:spPr>
          <a:xfrm>
            <a:off x="10637215" y="489204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32" name="key ↓ text"/>
          <p:cNvSpPr txBox="1"/>
          <p:nvPr/>
        </p:nvSpPr>
        <p:spPr>
          <a:xfrm>
            <a:off x="10637215" y="4892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後退</a:t>
            </a:r>
            <a:endParaRPr lang="en-US" sz="2000" dirty="0"/>
          </a:p>
        </p:txBody>
      </p:sp>
      <p:sp>
        <p:nvSpPr>
          <p:cNvPr id="33" name="key Enter  ドリフト"/>
          <p:cNvSpPr/>
          <p:nvPr/>
        </p:nvSpPr>
        <p:spPr>
          <a:xfrm>
            <a:off x="7589520" y="5760720"/>
            <a:ext cx="3824935" cy="384048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34" name="key Enter  ドリフト text"/>
          <p:cNvSpPr txBox="1"/>
          <p:nvPr/>
        </p:nvSpPr>
        <p:spPr>
          <a:xfrm>
            <a:off x="7589520" y="5760720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Enter  ドリフト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ゲームのはじめかた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矢印キーでえらんで Enter で決定 ・ Esc でひとつもどる</a:t>
            </a:r>
            <a:endParaRPr lang="en-US" sz="1800" dirty="0"/>
          </a:p>
        </p:txBody>
      </p:sp>
      <p:sp>
        <p:nvSpPr>
          <p:cNvPr id="4" name="step 1"/>
          <p:cNvSpPr/>
          <p:nvPr/>
        </p:nvSpPr>
        <p:spPr>
          <a:xfrm>
            <a:off x="876281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281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Enter 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スタート</a:t>
            </a:r>
            <a:endParaRPr lang="en-US" sz="1500" dirty="0"/>
          </a:p>
        </p:txBody>
      </p:sp>
      <p:sp>
        <p:nvSpPr>
          <p:cNvPr id="7" name="step 2"/>
          <p:cNvSpPr/>
          <p:nvPr/>
        </p:nvSpPr>
        <p:spPr>
          <a:xfrm>
            <a:off x="2263083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3083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935442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モード</a:t>
            </a:r>
            <a:endParaRPr lang="en-US" sz="1500" dirty="0"/>
          </a:p>
        </p:txBody>
      </p:sp>
      <p:sp>
        <p:nvSpPr>
          <p:cNvPr id="10" name="step 3"/>
          <p:cNvSpPr/>
          <p:nvPr/>
        </p:nvSpPr>
        <p:spPr>
          <a:xfrm>
            <a:off x="3649885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9885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322244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人数</a:t>
            </a:r>
            <a:endParaRPr lang="en-US" sz="1500" dirty="0"/>
          </a:p>
        </p:txBody>
      </p:sp>
      <p:sp>
        <p:nvSpPr>
          <p:cNvPr id="13" name="step 4"/>
          <p:cNvSpPr/>
          <p:nvPr/>
        </p:nvSpPr>
        <p:spPr>
          <a:xfrm>
            <a:off x="5036687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36687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709046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台数</a:t>
            </a:r>
            <a:endParaRPr lang="en-US" sz="1500" dirty="0"/>
          </a:p>
        </p:txBody>
      </p:sp>
      <p:sp>
        <p:nvSpPr>
          <p:cNvPr id="16" name="step 5"/>
          <p:cNvSpPr/>
          <p:nvPr/>
        </p:nvSpPr>
        <p:spPr>
          <a:xfrm>
            <a:off x="6423489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3489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CPU 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強さ</a:t>
            </a:r>
            <a:endParaRPr lang="en-US" sz="1500" dirty="0"/>
          </a:p>
        </p:txBody>
      </p:sp>
      <p:sp>
        <p:nvSpPr>
          <p:cNvPr id="19" name="step 6"/>
          <p:cNvSpPr/>
          <p:nvPr/>
        </p:nvSpPr>
        <p:spPr>
          <a:xfrm>
            <a:off x="7810290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029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82650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車</a:t>
            </a:r>
            <a:endParaRPr lang="en-US" sz="1500" dirty="0"/>
          </a:p>
        </p:txBody>
      </p:sp>
      <p:sp>
        <p:nvSpPr>
          <p:cNvPr id="22" name="step 7"/>
          <p:cNvSpPr/>
          <p:nvPr/>
        </p:nvSpPr>
        <p:spPr>
          <a:xfrm>
            <a:off x="9197092" y="1783080"/>
            <a:ext cx="731520" cy="7315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9709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869451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コース</a:t>
            </a:r>
            <a:endParaRPr lang="en-US" sz="1500" dirty="0"/>
          </a:p>
        </p:txBody>
      </p:sp>
      <p:sp>
        <p:nvSpPr>
          <p:cNvPr id="25" name="step go"/>
          <p:cNvSpPr/>
          <p:nvPr/>
        </p:nvSpPr>
        <p:spPr>
          <a:xfrm>
            <a:off x="10583894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8389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0256253" y="2606040"/>
            <a:ext cx="13868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レース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スタート！</a:t>
            </a:r>
            <a:endParaRPr lang="en-US" sz="1500" dirty="0"/>
          </a:p>
        </p:txBody>
      </p:sp>
      <p:sp>
        <p:nvSpPr>
          <p:cNvPr id="28" name="モード選択の画面 frame"/>
          <p:cNvSpPr/>
          <p:nvPr/>
        </p:nvSpPr>
        <p:spPr>
          <a:xfrm>
            <a:off x="950976" y="3374136"/>
            <a:ext cx="4864608" cy="2784348"/>
          </a:xfrm>
          <a:prstGeom prst="roundRect">
            <a:avLst>
              <a:gd name="adj" fmla="val 394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9" name="モード選択の画面" descr="モード選択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29000"/>
            <a:ext cx="4754880" cy="2674620"/>
          </a:xfrm>
          <a:prstGeom prst="rect">
            <a:avLst/>
          </a:prstGeom>
        </p:spPr>
      </p:pic>
      <p:sp>
        <p:nvSpPr>
          <p:cNvPr id="30" name="車選択の画面 frame"/>
          <p:cNvSpPr/>
          <p:nvPr/>
        </p:nvSpPr>
        <p:spPr>
          <a:xfrm>
            <a:off x="6376111" y="3374136"/>
            <a:ext cx="4864608" cy="2784348"/>
          </a:xfrm>
          <a:prstGeom prst="roundRect">
            <a:avLst>
              <a:gd name="adj" fmla="val 394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31" name="車選択の画面" descr="車選択の画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3429000"/>
            <a:ext cx="4754880" cy="26746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コースは24こ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★が少ないほどやさしい。はじめての人は ★1〜2 から</a:t>
            </a:r>
            <a:endParaRPr lang="en-US" sz="1800" dirty="0"/>
          </a:p>
        </p:txBody>
      </p:sp>
      <p:sp>
        <p:nvSpPr>
          <p:cNvPr id="4" name="コース選択の画面 frame"/>
          <p:cNvSpPr/>
          <p:nvPr/>
        </p:nvSpPr>
        <p:spPr>
          <a:xfrm>
            <a:off x="493776" y="1728216"/>
            <a:ext cx="6693408" cy="3813048"/>
          </a:xfrm>
          <a:prstGeom prst="roundRect">
            <a:avLst>
              <a:gd name="adj" fmla="val 287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コース選択の画面" descr="コース選択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83680" cy="3703320"/>
          </a:xfrm>
          <a:prstGeom prst="rect">
            <a:avLst/>
          </a:prstGeom>
        </p:spPr>
      </p:pic>
      <p:sp>
        <p:nvSpPr>
          <p:cNvPr id="6" name="level 0"/>
          <p:cNvSpPr/>
          <p:nvPr/>
        </p:nvSpPr>
        <p:spPr>
          <a:xfrm>
            <a:off x="7543800" y="1783080"/>
            <a:ext cx="4099255" cy="54864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1〜2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78308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はじめての人向け</a:t>
            </a:r>
            <a:endParaRPr lang="en-US" sz="1600" dirty="0"/>
          </a:p>
        </p:txBody>
      </p:sp>
      <p:sp>
        <p:nvSpPr>
          <p:cNvPr id="9" name="level 1"/>
          <p:cNvSpPr/>
          <p:nvPr/>
        </p:nvSpPr>
        <p:spPr>
          <a:xfrm>
            <a:off x="7543800" y="2468880"/>
            <a:ext cx="4099255" cy="54864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2468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246888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ふつう</a:t>
            </a:r>
            <a:endParaRPr lang="en-US" sz="1600" dirty="0"/>
          </a:p>
        </p:txBody>
      </p:sp>
      <p:sp>
        <p:nvSpPr>
          <p:cNvPr id="12" name="level 2"/>
          <p:cNvSpPr/>
          <p:nvPr/>
        </p:nvSpPr>
        <p:spPr>
          <a:xfrm>
            <a:off x="7543800" y="3154680"/>
            <a:ext cx="4099255" cy="54864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3154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4〜5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315468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むずかしい・上級者向け</a:t>
            </a:r>
            <a:endParaRPr lang="en-US" sz="1600" dirty="0"/>
          </a:p>
        </p:txBody>
      </p:sp>
      <p:sp>
        <p:nvSpPr>
          <p:cNvPr id="15" name="type 0"/>
          <p:cNvSpPr/>
          <p:nvPr/>
        </p:nvSpPr>
        <p:spPr>
          <a:xfrm>
            <a:off x="7543800" y="3977640"/>
            <a:ext cx="4099255" cy="822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26680" y="397764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CIRCUIT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同じコースを3周 (18コース)</a:t>
            </a:r>
            <a:endParaRPr lang="en-US" sz="1600" dirty="0"/>
          </a:p>
        </p:txBody>
      </p:sp>
      <p:sp>
        <p:nvSpPr>
          <p:cNvPr id="17" name="type 1"/>
          <p:cNvSpPr/>
          <p:nvPr/>
        </p:nvSpPr>
        <p:spPr>
          <a:xfrm>
            <a:off x="7543800" y="4937760"/>
            <a:ext cx="4099255" cy="822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26680" y="493776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POINT TO POINT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スタートからゴールまで一本道 (6コース)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594360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迷ったら「Circuit Aurora」(★1)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速く走るコツ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覚えておくと CPU に勝てるかも！</a:t>
            </a:r>
            <a:endParaRPr lang="en-US" sz="1800" dirty="0"/>
          </a:p>
        </p:txBody>
      </p:sp>
      <p:sp>
        <p:nvSpPr>
          <p:cNvPr id="4" name="tip ドリフト"/>
          <p:cNvSpPr/>
          <p:nvPr/>
        </p:nvSpPr>
        <p:spPr>
          <a:xfrm>
            <a:off x="548640" y="1783080"/>
            <a:ext cx="5410048" cy="2103120"/>
          </a:xfrm>
          <a:prstGeom prst="roundRect">
            <a:avLst>
              <a:gd name="adj" fmla="val 6522"/>
            </a:avLst>
          </a:prstGeom>
          <a:solidFill>
            <a:schemeClr val="tx2"/>
          </a:solidFill>
          <a:ln/>
        </p:spPr>
      </p:sp>
      <p:sp>
        <p:nvSpPr>
          <p:cNvPr id="5" name="tip ドリフト circle"/>
          <p:cNvSpPr/>
          <p:nvPr/>
        </p:nvSpPr>
        <p:spPr>
          <a:xfrm>
            <a:off x="868680" y="2331720"/>
            <a:ext cx="1005840" cy="10058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tip ドリフト icon" descr="ドリフ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210312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ドリフト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651760"/>
            <a:ext cx="358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Space を押しながら曲がると、急なカーブもスパッと曲がれる</a:t>
            </a:r>
            <a:endParaRPr lang="en-US" sz="1800" dirty="0"/>
          </a:p>
        </p:txBody>
      </p:sp>
      <p:sp>
        <p:nvSpPr>
          <p:cNvPr id="9" name="tip スリップストリーム"/>
          <p:cNvSpPr/>
          <p:nvPr/>
        </p:nvSpPr>
        <p:spPr>
          <a:xfrm>
            <a:off x="6233008" y="1783080"/>
            <a:ext cx="5410048" cy="2103120"/>
          </a:xfrm>
          <a:prstGeom prst="roundRect">
            <a:avLst>
              <a:gd name="adj" fmla="val 6522"/>
            </a:avLst>
          </a:prstGeom>
          <a:solidFill>
            <a:schemeClr val="tx2"/>
          </a:solidFill>
          <a:ln/>
        </p:spPr>
      </p:sp>
      <p:sp>
        <p:nvSpPr>
          <p:cNvPr id="10" name="tip スリップストリーム circle"/>
          <p:cNvSpPr/>
          <p:nvPr/>
        </p:nvSpPr>
        <p:spPr>
          <a:xfrm>
            <a:off x="6553048" y="2331720"/>
            <a:ext cx="1005840" cy="100584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5400">
            <a:solidFill>
              <a:schemeClr val="accent3"/>
            </a:solidFill>
            <a:prstDash val="solid"/>
          </a:ln>
        </p:spPr>
      </p:sp>
      <p:pic>
        <p:nvPicPr>
          <p:cNvPr id="11" name="tip スリップストリーム icon" descr="スリップストリー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8" y="2560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33208" y="210312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スリップストリーム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833208" y="2651760"/>
            <a:ext cx="358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前の車の真後ろにつくと、空気の抵抗が減って少し速くなる</a:t>
            </a:r>
            <a:endParaRPr lang="en-US" sz="1800" dirty="0"/>
          </a:p>
        </p:txBody>
      </p:sp>
      <p:sp>
        <p:nvSpPr>
          <p:cNvPr id="14" name="tip コースのしかけ"/>
          <p:cNvSpPr/>
          <p:nvPr/>
        </p:nvSpPr>
        <p:spPr>
          <a:xfrm>
            <a:off x="548640" y="4160520"/>
            <a:ext cx="5410048" cy="2103120"/>
          </a:xfrm>
          <a:prstGeom prst="roundRect">
            <a:avLst>
              <a:gd name="adj" fmla="val 6522"/>
            </a:avLst>
          </a:prstGeom>
          <a:solidFill>
            <a:schemeClr val="tx2"/>
          </a:solidFill>
          <a:ln/>
        </p:spPr>
      </p:sp>
      <p:sp>
        <p:nvSpPr>
          <p:cNvPr id="15" name="tip コースのしかけ circle"/>
          <p:cNvSpPr/>
          <p:nvPr/>
        </p:nvSpPr>
        <p:spPr>
          <a:xfrm>
            <a:off x="868680" y="4709160"/>
            <a:ext cx="1005840" cy="1005840"/>
          </a:xfrm>
          <a:prstGeom prst="ellipse">
            <a:avLst/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pic>
        <p:nvPicPr>
          <p:cNvPr id="16" name="tip コースのしかけ icon" descr="コースのしかけ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377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48840" y="448056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コースのしかけ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2148840" y="5029200"/>
            <a:ext cx="358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ブーストパッドで加速！ ゲートや落石は合図が出てから動く</a:t>
            </a:r>
            <a:endParaRPr lang="en-US" sz="1800" dirty="0"/>
          </a:p>
        </p:txBody>
      </p:sp>
      <p:sp>
        <p:nvSpPr>
          <p:cNvPr id="19" name="tip 落ちても大丈夫"/>
          <p:cNvSpPr/>
          <p:nvPr/>
        </p:nvSpPr>
        <p:spPr>
          <a:xfrm>
            <a:off x="6233008" y="4160520"/>
            <a:ext cx="5410048" cy="2103120"/>
          </a:xfrm>
          <a:prstGeom prst="roundRect">
            <a:avLst>
              <a:gd name="adj" fmla="val 6522"/>
            </a:avLst>
          </a:prstGeom>
          <a:solidFill>
            <a:schemeClr val="tx2"/>
          </a:solidFill>
          <a:ln/>
        </p:spPr>
      </p:sp>
      <p:sp>
        <p:nvSpPr>
          <p:cNvPr id="20" name="tip 落ちても大丈夫 circle"/>
          <p:cNvSpPr/>
          <p:nvPr/>
        </p:nvSpPr>
        <p:spPr>
          <a:xfrm>
            <a:off x="6553048" y="4709160"/>
            <a:ext cx="1005840" cy="1005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21" name="tip 落ちても大丈夫 icon" descr="落ちても大丈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48" y="493776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33208" y="448056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落ちても大丈夫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7833208" y="5029200"/>
            <a:ext cx="358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コースから落ちたら少し前の地点にもどる (2秒だけ動けない)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BATTLE DUEL の遊びかた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運転は同じ A ・ F ・ W ・ E ・ Space。マウスで撃つ！</a:t>
            </a:r>
            <a:endParaRPr lang="en-US" sz="1800" dirty="0"/>
          </a:p>
        </p:txBody>
      </p:sp>
      <p:sp>
        <p:nvSpPr>
          <p:cNvPr id="4" name="BATTLE DUEL の画面 frame"/>
          <p:cNvSpPr/>
          <p:nvPr/>
        </p:nvSpPr>
        <p:spPr>
          <a:xfrm>
            <a:off x="493776" y="1728216"/>
            <a:ext cx="5961888" cy="3401568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BATTLE DUEL の画面" descr="BATTLE DUEL 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85216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3492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タイヤ HP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 0 になると最高速度が半分に。アイテムの Recovery で全回復できる</a:t>
            </a:r>
            <a:endParaRPr lang="en-US" sz="1600" dirty="0"/>
          </a:p>
        </p:txBody>
      </p:sp>
      <p:sp>
        <p:nvSpPr>
          <p:cNvPr id="7" name="key マウス"/>
          <p:cNvSpPr/>
          <p:nvPr/>
        </p:nvSpPr>
        <p:spPr>
          <a:xfrm>
            <a:off x="6812280" y="1783080"/>
            <a:ext cx="2011680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8" name="key マウス text"/>
          <p:cNvSpPr txBox="1"/>
          <p:nvPr/>
        </p:nvSpPr>
        <p:spPr>
          <a:xfrm>
            <a:off x="6812280" y="1783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マウス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783080"/>
            <a:ext cx="2636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照準を動かす</a:t>
            </a:r>
            <a:endParaRPr lang="en-US" sz="1600" dirty="0"/>
          </a:p>
        </p:txBody>
      </p:sp>
      <p:sp>
        <p:nvSpPr>
          <p:cNvPr id="10" name="key 左クリック"/>
          <p:cNvSpPr/>
          <p:nvPr/>
        </p:nvSpPr>
        <p:spPr>
          <a:xfrm>
            <a:off x="6812280" y="2313432"/>
            <a:ext cx="2011680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1" name="key 左クリック text"/>
          <p:cNvSpPr txBox="1"/>
          <p:nvPr/>
        </p:nvSpPr>
        <p:spPr>
          <a:xfrm>
            <a:off x="6812280" y="23134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左クリック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313432"/>
            <a:ext cx="2636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発砲 (長押しで連射)</a:t>
            </a:r>
            <a:endParaRPr lang="en-US" sz="1600" dirty="0"/>
          </a:p>
        </p:txBody>
      </p:sp>
      <p:sp>
        <p:nvSpPr>
          <p:cNvPr id="13" name="key ホイール"/>
          <p:cNvSpPr/>
          <p:nvPr/>
        </p:nvSpPr>
        <p:spPr>
          <a:xfrm>
            <a:off x="6812280" y="2843784"/>
            <a:ext cx="2011680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4" name="key ホイール text"/>
          <p:cNvSpPr txBox="1"/>
          <p:nvPr/>
        </p:nvSpPr>
        <p:spPr>
          <a:xfrm>
            <a:off x="6812280" y="28437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ホイール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2843784"/>
            <a:ext cx="2636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アイテムをえらぶ</a:t>
            </a:r>
            <a:endParaRPr lang="en-US" sz="1600" dirty="0"/>
          </a:p>
        </p:txBody>
      </p:sp>
      <p:sp>
        <p:nvSpPr>
          <p:cNvPr id="16" name="key ホイールクリック"/>
          <p:cNvSpPr/>
          <p:nvPr/>
        </p:nvSpPr>
        <p:spPr>
          <a:xfrm>
            <a:off x="6812280" y="3374136"/>
            <a:ext cx="2011680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17" name="key ホイールクリック text"/>
          <p:cNvSpPr txBox="1"/>
          <p:nvPr/>
        </p:nvSpPr>
        <p:spPr>
          <a:xfrm>
            <a:off x="6812280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ホイールクリック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006840" y="3374136"/>
            <a:ext cx="2636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アイテムを使う</a:t>
            </a:r>
            <a:endParaRPr lang="en-US" sz="1600" dirty="0"/>
          </a:p>
        </p:txBody>
      </p:sp>
      <p:sp>
        <p:nvSpPr>
          <p:cNvPr id="19" name="key 右クリック"/>
          <p:cNvSpPr/>
          <p:nvPr/>
        </p:nvSpPr>
        <p:spPr>
          <a:xfrm>
            <a:off x="6812280" y="3904488"/>
            <a:ext cx="2011680" cy="420624"/>
          </a:xfrm>
          <a:prstGeom prst="roundRect">
            <a:avLst>
              <a:gd name="adj" fmla="val 2608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50800" dir="5400000">
              <a:srgbClr val="000000">
                <a:alpha val="55000"/>
              </a:srgbClr>
            </a:outerShdw>
          </a:effectLst>
        </p:spPr>
      </p:sp>
      <p:sp>
        <p:nvSpPr>
          <p:cNvPr id="20" name="key 右クリック text"/>
          <p:cNvSpPr txBox="1"/>
          <p:nvPr/>
        </p:nvSpPr>
        <p:spPr>
          <a:xfrm>
            <a:off x="6812280" y="39044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右クリック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3904488"/>
            <a:ext cx="2636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照準を真ん中へ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4526280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アイテム (コース上の箱でもらえる・3こまで)</a:t>
            </a:r>
            <a:endParaRPr lang="en-US" sz="1500" dirty="0"/>
          </a:p>
        </p:txBody>
      </p:sp>
      <p:sp>
        <p:nvSpPr>
          <p:cNvPr id="23" name="item Recovery"/>
          <p:cNvSpPr/>
          <p:nvPr/>
        </p:nvSpPr>
        <p:spPr>
          <a:xfrm>
            <a:off x="6812280" y="4983480"/>
            <a:ext cx="1518818" cy="13716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pic>
        <p:nvPicPr>
          <p:cNvPr id="24" name="item Recovery icon" descr="Recove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51663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287768" y="5120640"/>
            <a:ext cx="101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949440" y="5577840"/>
            <a:ext cx="1290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タイヤ HP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全回復</a:t>
            </a:r>
            <a:endParaRPr lang="en-US" sz="1300" dirty="0"/>
          </a:p>
        </p:txBody>
      </p:sp>
      <p:sp>
        <p:nvSpPr>
          <p:cNvPr id="27" name="item Boost"/>
          <p:cNvSpPr/>
          <p:nvPr/>
        </p:nvSpPr>
        <p:spPr>
          <a:xfrm>
            <a:off x="8468258" y="4983480"/>
            <a:ext cx="1518818" cy="13716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pic>
        <p:nvPicPr>
          <p:cNvPr id="28" name="item Boost icon" descr="Bo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418" y="516636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43746" y="5120640"/>
            <a:ext cx="101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Boost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8605418" y="5577840"/>
            <a:ext cx="1290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8秒間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速くなる</a:t>
            </a:r>
            <a:endParaRPr lang="en-US" sz="1300" dirty="0"/>
          </a:p>
        </p:txBody>
      </p:sp>
      <p:sp>
        <p:nvSpPr>
          <p:cNvPr id="31" name="item Gun"/>
          <p:cNvSpPr/>
          <p:nvPr/>
        </p:nvSpPr>
        <p:spPr>
          <a:xfrm>
            <a:off x="10124237" y="4983480"/>
            <a:ext cx="1518818" cy="13716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pic>
        <p:nvPicPr>
          <p:cNvPr id="32" name="item Gun icon" descr="Gu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397" y="516636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599725" y="5120640"/>
            <a:ext cx="101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Gun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10261397" y="5577840"/>
            <a:ext cx="1290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銃と弾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4CF"/>
                </a:solidFill>
                <a:latin typeface="Hiragino Sans"/>
                <a:ea typeface="Hiragino Sans"/>
                <a:cs typeface="Hiragin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image" descr="2人プレイのゲーム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 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</p:sp>
      <p:sp>
        <p:nvSpPr>
          <p:cNvPr id="4" name="closing title"/>
          <p:cNvSpPr txBox="1"/>
          <p:nvPr/>
        </p:nvSpPr>
        <p:spPr>
          <a:xfrm>
            <a:off x="548640" y="10058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たのしんでね！</a:t>
            </a:r>
            <a:endParaRPr lang="en-US" sz="6000" dirty="0"/>
          </a:p>
        </p:txBody>
      </p:sp>
      <p:sp>
        <p:nvSpPr>
          <p:cNvPr id="5" name="closing Esc でポーズ"/>
          <p:cNvSpPr/>
          <p:nvPr/>
        </p:nvSpPr>
        <p:spPr>
          <a:xfrm>
            <a:off x="548640" y="2926080"/>
            <a:ext cx="3515258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pic>
        <p:nvPicPr>
          <p:cNvPr id="6" name="closing Esc でポーズ icon" descr="Esc でポー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29" y="32004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023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Esc でポーズ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5262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再開 ・ リスタート ・ タイトルへ もどれる</a:t>
            </a:r>
            <a:endParaRPr lang="en-US" sz="1500" dirty="0"/>
          </a:p>
        </p:txBody>
      </p:sp>
      <p:sp>
        <p:nvSpPr>
          <p:cNvPr id="9" name="closing 遊び終わったら"/>
          <p:cNvSpPr/>
          <p:nvPr/>
        </p:nvSpPr>
        <p:spPr>
          <a:xfrm>
            <a:off x="4338218" y="2926080"/>
            <a:ext cx="3515258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pic>
        <p:nvPicPr>
          <p:cNvPr id="10" name="closing 遊び終わったら icon" descr="遊び終わった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320040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21098" y="4023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遊び終わったら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4612538" y="45262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タイトル画面にもどして次の人へ</a:t>
            </a:r>
            <a:endParaRPr lang="en-US" sz="1500" dirty="0"/>
          </a:p>
        </p:txBody>
      </p:sp>
      <p:sp>
        <p:nvSpPr>
          <p:cNvPr id="13" name="closing こまったら"/>
          <p:cNvSpPr/>
          <p:nvPr/>
        </p:nvSpPr>
        <p:spPr>
          <a:xfrm>
            <a:off x="8127797" y="2926080"/>
            <a:ext cx="3515258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pic>
        <p:nvPicPr>
          <p:cNvPr id="14" name="closing こまったら icon" descr="こまったら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386" y="320040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10677" y="4023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こまったら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402117" y="45262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近くのスタッフに声をかけてね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ft Festa">
  <a:themeElements>
    <a:clrScheme name="Drift Festa">
      <a:dk1>
        <a:srgbClr val="120E1C"/>
      </a:dk1>
      <a:lt1>
        <a:srgbClr val="FFFFFF"/>
      </a:lt1>
      <a:dk2>
        <a:srgbClr val="231D3B"/>
      </a:dk2>
      <a:lt2>
        <a:srgbClr val="B9B4CF"/>
      </a:lt2>
      <a:accent1>
        <a:srgbClr val="FFD23F"/>
      </a:accent1>
      <a:accent2>
        <a:srgbClr val="FF4F7B"/>
      </a:accent2>
      <a:accent3>
        <a:srgbClr val="3BD5E0"/>
      </a:accent3>
      <a:accent4>
        <a:srgbClr val="33408F"/>
      </a:accent4>
      <a:accent5>
        <a:srgbClr val="7CE07A"/>
      </a:accent5>
      <a:accent6>
        <a:srgbClr val="FF9A3C"/>
      </a:accent6>
      <a:hlink>
        <a:srgbClr val="3BD5E0"/>
      </a:hlink>
      <a:folHlink>
        <a:srgbClr val="B9B4CF"/>
      </a:folHlink>
    </a:clrScheme>
    <a:fontScheme name="Drift Festa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FESTA あそびかた</dc:title>
  <dc:subject>PptxGenJS Presentation</dc:subject>
  <dc:creator>DRIFT FESTA</dc:creator>
  <cp:lastModifiedBy>DRIFT FESTA</cp:lastModifiedBy>
  <cp:revision>1</cp:revision>
  <dcterms:created xsi:type="dcterms:W3CDTF">2026-10-29T14:15:08Z</dcterms:created>
  <dcterms:modified xsi:type="dcterms:W3CDTF">2026-10-29T14:15:08Z</dcterms:modified>
</cp:coreProperties>
</file>